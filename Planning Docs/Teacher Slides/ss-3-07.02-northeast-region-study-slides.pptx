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Northeast region landscape — aerial view of New England coastline with lighthouses, fall foliage, and Atlantic OceanTITLE SLIDE: Northeast Region Study. Lesson 3.07.02, Great Map Room, Week 19 Q3. Standards: SS.3.G.2.2-2.6, SS.3.G.4.1, 4.4, SS.3.AA.1.1.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Wooden crate labeled ATLANTIC COAST with objects: lobster trap, pressed maple leaf, piece of coal, and a lighthouse photographHOOK: Northeast Alcove is first to be built. Crate labeled ATLANTIC COAST with: lobster trap, pressed maple leaf, piece of coal, lighthouse photograph.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Abstract illustration of courtesy — a child looking respectfully at a map with different regions highlightedVIRTUE: Courtesy — Notice what makes each region interesting, not just whether you'd want to 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IS THE NORTHEAST? Upper-right corner of US, along Atlantic Ocean. 11 states: ME, NH, VT, MA, RI, CT, NY, NJ, PA, DE, 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&amp; MOUNTAINS: Appalachians along western edge, Atlantic coastline, natural harbors for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&amp; CLIMATE: Water — Atlantic Ocean, Hudson River, Delaware River, Niagara Falls. Climate — Four distinct seasons, cold snowy winters, occasional hurricanes.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 &amp; CITIES: Fishing, maple syrup, coal, oldest seaports. Cities — Boston, NYC, Philadelphia, Baltimore — all grew near harbors.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QUEST MATCH: 1) Appalachian Mountains 2) Vermont 3) Atlantic Ocean 4) Coal 5) New York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FACT: Boston Post Road — 1600s mail route from Boston to NYC, now roughly I-95!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STUDY: Show a photograph from the NE region. Students observe and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TABLE: Students pick one crate item and think like a curator. Each artifact connects to a different NE aspect.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&amp; NOW: NE harbors were center of trade. Today: container ships, cruises, fishing. Harbors stayed but cargo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 LABEL: NE = Atlantic coastline, Appalachians, four seasons, oldest American cities near harbors.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SELF-CHECK: Q1: B (Upper-right corner along Atlantic). Q2: C (Appalachian Mountains). Q3: B (Coal).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ASSIGNMENT: Evidence Q1 — Describe NE location + one feature. Evidence Q2 — Why did oldest cities grow in NE? Curator Task — Label NE on map with 2 states, 1 water, 1 land feature +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CURATOR'S CHRONICLE: 'In this exhibit, I learned that ______ because ______.'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Northeast region alcove in the Great Map Room — warm lighting, transitioning to Southeast crate GULF &amp; ATLANTICCLOSING: NE Alcove open! Next: Southeast — crate GULF &amp; ATLANTIC.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18288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Northeast Region Study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75360" y="3291840"/>
            <a:ext cx="487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3.07.02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75360" y="4145280"/>
            <a:ext cx="3169920" cy="548640"/>
          </a:xfrm>
          <a:prstGeom prst="roundRect">
            <a:avLst>
              <a:gd name="adj" fmla="val 13333"/>
            </a:avLst>
          </a:prstGeom>
          <a:solidFill>
            <a:srgbClr val="1A8A7D"/>
          </a:solidFill>
          <a:ln/>
        </p:spPr>
      </p:sp>
      <p:sp>
        <p:nvSpPr>
          <p:cNvPr id="8" name="Text 5"/>
          <p:cNvSpPr/>
          <p:nvPr/>
        </p:nvSpPr>
        <p:spPr>
          <a:xfrm>
            <a:off x="975360" y="414528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Map Room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75360" y="499872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19  |  Quarter 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5360" y="548640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SS.3.G.2.2-2.6, SS.3.G.4.1, 4.4, SS.3.AA.1.1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60960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Crate Arrives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75360" y="1463040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Northeast Alcove is the first to be built in the Great Map Room. A crate labeled "ATLANTIC COAST" has just arrived.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75360" y="2560320"/>
            <a:ext cx="487680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19200" y="2926080"/>
            <a:ext cx="682752" cy="682752"/>
          </a:xfrm>
          <a:prstGeom prst="ellipse">
            <a:avLst/>
          </a:prstGeom>
          <a:solidFill>
            <a:srgbClr val="1A8A7D"/>
          </a:solidFill>
          <a:ln/>
        </p:spPr>
      </p:sp>
      <p:sp>
        <p:nvSpPr>
          <p:cNvPr id="9" name="Text 6"/>
          <p:cNvSpPr/>
          <p:nvPr/>
        </p:nvSpPr>
        <p:spPr>
          <a:xfrm>
            <a:off x="2133600" y="2706624"/>
            <a:ext cx="347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33600" y="313334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Woven wood and rope — straight from the Atlantic waters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4876800" cy="1524000"/>
          </a:xfrm>
          <a:prstGeom prst="roundRect">
            <a:avLst>
              <a:gd name="adj" fmla="val 72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1760" y="2926080"/>
            <a:ext cx="682752" cy="682752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3" name="Text 10"/>
          <p:cNvSpPr/>
          <p:nvPr/>
        </p:nvSpPr>
        <p:spPr>
          <a:xfrm>
            <a:off x="7376160" y="2706624"/>
            <a:ext cx="347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Maple Leaf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76160" y="313334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orange — a piece of famous New England fall foliage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75360" y="4328160"/>
            <a:ext cx="4876800" cy="1524000"/>
          </a:xfrm>
          <a:prstGeom prst="roundRect">
            <a:avLst>
              <a:gd name="adj" fmla="val 72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19200" y="4693920"/>
            <a:ext cx="682752" cy="682752"/>
          </a:xfrm>
          <a:prstGeom prst="ellipse">
            <a:avLst/>
          </a:prstGeom>
          <a:solidFill>
            <a:srgbClr val="0E1C42"/>
          </a:solidFill>
          <a:ln/>
        </p:spPr>
      </p:sp>
      <p:sp>
        <p:nvSpPr>
          <p:cNvPr id="17" name="Text 14"/>
          <p:cNvSpPr/>
          <p:nvPr/>
        </p:nvSpPr>
        <p:spPr>
          <a:xfrm>
            <a:off x="2133600" y="4474464"/>
            <a:ext cx="347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of Coal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133600" y="490118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and dark — pulled from Pennsylvania's underground mines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7920" y="4328160"/>
            <a:ext cx="4876800" cy="1524000"/>
          </a:xfrm>
          <a:prstGeom prst="roundRect">
            <a:avLst>
              <a:gd name="adj" fmla="val 72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61760" y="4693920"/>
            <a:ext cx="682752" cy="682752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1" name="Text 18"/>
          <p:cNvSpPr/>
          <p:nvPr/>
        </p:nvSpPr>
        <p:spPr>
          <a:xfrm>
            <a:off x="7376160" y="4474464"/>
            <a:ext cx="347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Photo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76160" y="490118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Black-and-white photograph of a rocky coastal lighthouse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360" y="6339840"/>
            <a:ext cx="10241280" cy="1158240"/>
          </a:xfrm>
          <a:prstGeom prst="roundRect">
            <a:avLst>
              <a:gd name="adj" fmla="val 947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2520" y="6394704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2520" y="6595872"/>
            <a:ext cx="99669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do these four objects tell us about this region?"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object seems the most surprising to find in a crate?"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97536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75360" y="1706880"/>
            <a:ext cx="975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Courtesy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975360" y="3169920"/>
            <a:ext cx="9144000" cy="1463040"/>
          </a:xfrm>
          <a:prstGeom prst="roundRect">
            <a:avLst>
              <a:gd name="adj" fmla="val 7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219200" y="3291840"/>
            <a:ext cx="86563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makes each region interesting, not just whether you'd want to visit.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75360" y="5120640"/>
            <a:ext cx="10241280" cy="1463040"/>
          </a:xfrm>
          <a:prstGeom prst="roundRect">
            <a:avLst>
              <a:gd name="adj" fmla="val 937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58240" y="52120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8240" y="5468112"/>
            <a:ext cx="9875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courtesy help us study regions we haven't been to?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place be interesting even if we wouldn't want to live there?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Northeast?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705600" y="1584960"/>
            <a:ext cx="5120640" cy="4876800"/>
          </a:xfrm>
          <a:prstGeom prst="roundRect">
            <a:avLst>
              <a:gd name="adj" fmla="val 225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705600" y="158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88480" y="1950720"/>
            <a:ext cx="4754880" cy="441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map with Northeast region highlighted in upper-right corner, states labeled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84960"/>
            <a:ext cx="5608320" cy="1706880"/>
          </a:xfrm>
          <a:prstGeom prst="roundRect">
            <a:avLst>
              <a:gd name="adj" fmla="val 6429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5360" y="1828800"/>
            <a:ext cx="609600" cy="609600"/>
          </a:xfrm>
          <a:prstGeom prst="ellipse">
            <a:avLst/>
          </a:prstGeom>
          <a:solidFill>
            <a:srgbClr val="1A8A7D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706880"/>
            <a:ext cx="4267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4267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Upper-right corner of the United States, along the Atlantic Ocean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35680"/>
            <a:ext cx="5608320" cy="3048000"/>
          </a:xfrm>
          <a:prstGeom prst="roundRect">
            <a:avLst>
              <a:gd name="adj" fmla="val 36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75360" y="3779520"/>
            <a:ext cx="609600" cy="609600"/>
          </a:xfrm>
          <a:prstGeom prst="ellipse">
            <a:avLst/>
          </a:prstGeom>
          <a:solidFill>
            <a:srgbClr val="8B6FC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657600"/>
            <a:ext cx="4267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States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145280"/>
            <a:ext cx="4267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Maine, New Hampshire, Vermont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Massachusetts, Rhode Island, Connecticut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New Jersey, Pennsylvania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Delaware, Maryland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827520"/>
            <a:ext cx="1109472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6918960"/>
            <a:ext cx="1072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7174992"/>
            <a:ext cx="1072896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this region is called the Northeast?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ocean do you think shapes life there?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and Mountains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84960"/>
            <a:ext cx="5120640" cy="3901440"/>
          </a:xfrm>
          <a:prstGeom prst="roundRect">
            <a:avLst>
              <a:gd name="adj" fmla="val 281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158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950720"/>
            <a:ext cx="4754880" cy="3444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Mountains with fall foliage — rolling green ridges stretching into the distance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39840" y="1584960"/>
            <a:ext cx="5486400" cy="1219200"/>
          </a:xfrm>
          <a:prstGeom prst="roundRect">
            <a:avLst>
              <a:gd name="adj" fmla="val 90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0" y="1828800"/>
            <a:ext cx="536448" cy="536448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9" name="Text 7"/>
          <p:cNvSpPr/>
          <p:nvPr/>
        </p:nvSpPr>
        <p:spPr>
          <a:xfrm>
            <a:off x="7437120" y="1706880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Mountains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37120" y="2133600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 the western edge of the region — one of the oldest mountain ranges in the world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39840" y="2987040"/>
            <a:ext cx="5486400" cy="1219200"/>
          </a:xfrm>
          <a:prstGeom prst="roundRect">
            <a:avLst>
              <a:gd name="adj" fmla="val 90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3230880"/>
            <a:ext cx="536448" cy="536448"/>
          </a:xfrm>
          <a:prstGeom prst="ellipse">
            <a:avLst/>
          </a:prstGeom>
          <a:solidFill>
            <a:srgbClr val="1A8A7D"/>
          </a:solidFill>
          <a:ln/>
        </p:spPr>
      </p:sp>
      <p:sp>
        <p:nvSpPr>
          <p:cNvPr id="13" name="Text 11"/>
          <p:cNvSpPr/>
          <p:nvPr/>
        </p:nvSpPr>
        <p:spPr>
          <a:xfrm>
            <a:off x="7437120" y="3108960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Coastline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37120" y="3535680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shores, sandy beaches, and hundreds of harbors and inlets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39840" y="4389120"/>
            <a:ext cx="5486400" cy="1219200"/>
          </a:xfrm>
          <a:prstGeom prst="roundRect">
            <a:avLst>
              <a:gd name="adj" fmla="val 90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4632960"/>
            <a:ext cx="536448" cy="536448"/>
          </a:xfrm>
          <a:prstGeom prst="ellipse">
            <a:avLst/>
          </a:prstGeom>
          <a:solidFill>
            <a:srgbClr val="8B6FC0"/>
          </a:solidFill>
          <a:ln/>
        </p:spPr>
      </p:sp>
      <p:sp>
        <p:nvSpPr>
          <p:cNvPr id="17" name="Text 15"/>
          <p:cNvSpPr/>
          <p:nvPr/>
        </p:nvSpPr>
        <p:spPr>
          <a:xfrm>
            <a:off x="7437120" y="4511040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Harbors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37120" y="4937760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sheltered bays perfect for ships — the reason cities grew here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852160"/>
            <a:ext cx="1109472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943600"/>
            <a:ext cx="1072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6199632"/>
            <a:ext cx="1072896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living near mountains be different from living on the coast?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harbors matter for building a city?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and Climate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00" cy="2438400"/>
          </a:xfrm>
          <a:prstGeom prst="roundRect">
            <a:avLst>
              <a:gd name="adj" fmla="val 45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2400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Water Features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876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Ocean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Hudson River (New York)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River (PA / NJ / 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Niagara Falls (New York)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05600" y="1463040"/>
            <a:ext cx="5120640" cy="2438400"/>
          </a:xfrm>
          <a:prstGeom prst="roundRect">
            <a:avLst>
              <a:gd name="adj" fmla="val 45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71360" y="152400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Seasons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71360" y="2011680"/>
            <a:ext cx="438912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Winter: Cold and snowy, especially New England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Spring: Mild with rainy stretches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Summer: Warm and humid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Fall: Cool with famous foliage colors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hurricanes reach the NE coast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267200"/>
            <a:ext cx="11094720" cy="3169920"/>
          </a:xfrm>
          <a:prstGeom prst="roundRect">
            <a:avLst>
              <a:gd name="adj" fmla="val 346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31520" y="4267200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632960"/>
            <a:ext cx="10728960" cy="271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image: snowy New England village in winter and colorful fall foliage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and Cities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00" cy="2682240"/>
          </a:xfrm>
          <a:prstGeom prst="roundRect">
            <a:avLst>
              <a:gd name="adj" fmla="val 4091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8496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072640"/>
            <a:ext cx="487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Fishing: Lobster and cod from the Atlantic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 Syrup: Vermont and New Hampshire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Coal: Pennsylvania (historical)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seaports in the United States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05600" y="1463040"/>
            <a:ext cx="5120640" cy="2682240"/>
          </a:xfrm>
          <a:prstGeom prst="roundRect">
            <a:avLst>
              <a:gd name="adj" fmla="val 409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71360" y="158496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Cities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71360" y="20726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— Massachusetts, historic port city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— largest city in the 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— birthplace of the 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— major harbor city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511040"/>
            <a:ext cx="11094720" cy="1219200"/>
          </a:xfrm>
          <a:prstGeom prst="roundRect">
            <a:avLst>
              <a:gd name="adj" fmla="val 90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5360" y="4693920"/>
            <a:ext cx="609600" cy="609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457200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cities grow here?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4998720"/>
            <a:ext cx="9631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cities all grew near natural harbors, making them perfect for trade and shipping with Europe and the Caribbean.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6096000"/>
            <a:ext cx="1109472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6187440"/>
            <a:ext cx="1072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6443472"/>
            <a:ext cx="1072896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a harbor help a city grow?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 surprised you most?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Quest Match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975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clue to its answer.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020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0F2F8"/>
          </a:solidFill>
          <a:ln/>
        </p:spPr>
      </p:sp>
      <p:sp>
        <p:nvSpPr>
          <p:cNvPr id="6" name="Text 4"/>
          <p:cNvSpPr/>
          <p:nvPr/>
        </p:nvSpPr>
        <p:spPr>
          <a:xfrm>
            <a:off x="853440" y="1499616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02080" y="1499616"/>
            <a:ext cx="4267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range along the western 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74080" y="1499616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05600" y="14020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499616"/>
            <a:ext cx="4632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Mountains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474976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0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853440" y="2572512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02080" y="2572512"/>
            <a:ext cx="4267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known for maple syrup and fall foliage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74080" y="2572512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05600" y="2474976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572512"/>
            <a:ext cx="4632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0F2F8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40" y="3645408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02080" y="3645408"/>
            <a:ext cx="4267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bordering the east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74080" y="3645408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05600" y="3547872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3645408"/>
            <a:ext cx="4632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Ocean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620768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0F2F8"/>
          </a:solidFill>
          <a:ln/>
        </p:spPr>
      </p:sp>
      <p:sp>
        <p:nvSpPr>
          <p:cNvPr id="24" name="Text 22"/>
          <p:cNvSpPr/>
          <p:nvPr/>
        </p:nvSpPr>
        <p:spPr>
          <a:xfrm>
            <a:off x="853440" y="4718304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02080" y="4718304"/>
            <a:ext cx="4267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historically known for this underground resource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74080" y="4718304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05600" y="4620768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4718304"/>
            <a:ext cx="4632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693664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0F2F8"/>
          </a:solidFill>
          <a:ln/>
        </p:spPr>
      </p:sp>
      <p:sp>
        <p:nvSpPr>
          <p:cNvPr id="30" name="Text 28"/>
          <p:cNvSpPr/>
          <p:nvPr/>
        </p:nvSpPr>
        <p:spPr>
          <a:xfrm>
            <a:off x="853440" y="5791200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02080" y="5791200"/>
            <a:ext cx="4267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city in the NE (and all the US)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74080" y="5791200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05600" y="5693664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9440" y="5791200"/>
            <a:ext cx="4632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Boston Post Road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316480"/>
            <a:ext cx="11094720" cy="2438400"/>
          </a:xfrm>
          <a:prstGeom prst="roundRect">
            <a:avLst>
              <a:gd name="adj" fmla="val 45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499360"/>
            <a:ext cx="682752" cy="682752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43840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1600s Mail Route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926080"/>
            <a:ext cx="9387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1600s, the Boston Post Road was one of the first mail routes in America, connecting Boston to New York City.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3657600"/>
            <a:ext cx="9387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that same route is roughly Interstate 95 (I-95) — one of the busiest highways on the East Coast!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5120640"/>
            <a:ext cx="5120640" cy="1584960"/>
          </a:xfrm>
          <a:prstGeom prst="roundRect">
            <a:avLst>
              <a:gd name="adj" fmla="val 692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524256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730240"/>
            <a:ext cx="451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Horseback riders carried mail along dirt roads between towns.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39840" y="5120640"/>
            <a:ext cx="5486400" cy="1584960"/>
          </a:xfrm>
          <a:prstGeom prst="roundRect">
            <a:avLst>
              <a:gd name="adj" fmla="val 692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05600" y="524256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05600" y="5730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cars and trucks travel I-95 every day between the same cities.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6949440"/>
            <a:ext cx="11094720" cy="792480"/>
          </a:xfrm>
          <a:prstGeom prst="roundRect">
            <a:avLst>
              <a:gd name="adj" fmla="val 1384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7004304"/>
            <a:ext cx="1082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7205472"/>
            <a:ext cx="108204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does this tell us about how transportation changed but routes stayed the same?"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Study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84960"/>
            <a:ext cx="6096000" cy="4267200"/>
          </a:xfrm>
          <a:prstGeom prst="roundRect">
            <a:avLst>
              <a:gd name="adj" fmla="val 257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158496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950720"/>
            <a:ext cx="5730240" cy="38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or modern photograph from the Northeast region — harbor, city skyline, fishing village, or fall landscape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1584960"/>
            <a:ext cx="4511040" cy="4267200"/>
          </a:xfrm>
          <a:prstGeom prst="roundRect">
            <a:avLst>
              <a:gd name="adj" fmla="val 2571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0" y="1706880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0" y="2316480"/>
            <a:ext cx="3901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first?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tells you something about the Northeast?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season do you think this was taken in? How can you tell?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does this image raise for you?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6217920"/>
            <a:ext cx="11094720" cy="853440"/>
          </a:xfrm>
          <a:prstGeom prst="roundRect">
            <a:avLst>
              <a:gd name="adj" fmla="val 1285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6272784"/>
            <a:ext cx="1082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6473952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"Look closely at this image. What tells you something about the Northeast?"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97536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crate item and think like a curator.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1094720" cy="950976"/>
          </a:xfrm>
          <a:prstGeom prst="roundRect">
            <a:avLst>
              <a:gd name="adj" fmla="val 11538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5360" y="1609344"/>
            <a:ext cx="536448" cy="536448"/>
          </a:xfrm>
          <a:prstGeom prst="ellipse">
            <a:avLst/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1706880" y="1536192"/>
            <a:ext cx="3048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06880" y="192633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 about NE waters?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84704"/>
            <a:ext cx="11094720" cy="950976"/>
          </a:xfrm>
          <a:prstGeom prst="roundRect">
            <a:avLst>
              <a:gd name="adj" fmla="val 11538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5360" y="2731008"/>
            <a:ext cx="536448" cy="536448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1" name="Text 9"/>
          <p:cNvSpPr/>
          <p:nvPr/>
        </p:nvSpPr>
        <p:spPr>
          <a:xfrm>
            <a:off x="1706880" y="2657856"/>
            <a:ext cx="3048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Maple Leaf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06880" y="30480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 about NE seasons?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06368"/>
            <a:ext cx="11094720" cy="950976"/>
          </a:xfrm>
          <a:prstGeom prst="roundRect">
            <a:avLst>
              <a:gd name="adj" fmla="val 11538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75360" y="3852672"/>
            <a:ext cx="536448" cy="536448"/>
          </a:xfrm>
          <a:prstGeom prst="ellipse">
            <a:avLst/>
          </a:prstGeom>
          <a:solidFill>
            <a:srgbClr val="0E1C42"/>
          </a:solidFill>
          <a:ln/>
        </p:spPr>
      </p:sp>
      <p:sp>
        <p:nvSpPr>
          <p:cNvPr id="15" name="Text 13"/>
          <p:cNvSpPr/>
          <p:nvPr/>
        </p:nvSpPr>
        <p:spPr>
          <a:xfrm>
            <a:off x="1706880" y="3779520"/>
            <a:ext cx="3048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of Coal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06880" y="416966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 about NE resources?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28032"/>
            <a:ext cx="11094720" cy="950976"/>
          </a:xfrm>
          <a:prstGeom prst="roundRect">
            <a:avLst>
              <a:gd name="adj" fmla="val 11538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5360" y="4974336"/>
            <a:ext cx="536448" cy="536448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706880" y="4901184"/>
            <a:ext cx="3048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Photo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06880" y="52913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 about the NE coast?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6096000"/>
            <a:ext cx="11094720" cy="731520"/>
          </a:xfrm>
          <a:prstGeom prst="roundRect">
            <a:avLst>
              <a:gd name="adj" fmla="val 15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6150864"/>
            <a:ext cx="1082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6352032"/>
            <a:ext cx="1082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artifact would you choose for the exhibit? Why?"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and Now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Harbors Through 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42560" cy="3413760"/>
          </a:xfrm>
          <a:prstGeom prst="roundRect">
            <a:avLst>
              <a:gd name="adj" fmla="val 3214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95072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75360" y="2560320"/>
            <a:ext cx="4754880" cy="1584960"/>
          </a:xfrm>
          <a:prstGeom prst="roundRect">
            <a:avLst>
              <a:gd name="adj" fmla="val 692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7536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8240" y="2926080"/>
            <a:ext cx="4389120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illustration of colonial-era harbor with sailing ships, docks, and merchants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267200"/>
            <a:ext cx="463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harbors were the center of trade. Ships sailed to Europe and the Caribbean carrying goods.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61760" y="1828800"/>
            <a:ext cx="5364480" cy="3413760"/>
          </a:xfrm>
          <a:prstGeom prst="roundRect">
            <a:avLst>
              <a:gd name="adj" fmla="val 3214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27520" y="195072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05600" y="2560320"/>
            <a:ext cx="4876800" cy="1584960"/>
          </a:xfrm>
          <a:prstGeom prst="roundRect">
            <a:avLst>
              <a:gd name="adj" fmla="val 692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705600" y="256032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88480" y="2926080"/>
            <a:ext cx="4511040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harbor with container ships, cruise ships, and fishing boats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27520" y="4267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same harbors are used for container ships, cruise ships, and fishing boats.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608320"/>
            <a:ext cx="11094720" cy="975360"/>
          </a:xfrm>
          <a:prstGeom prst="roundRect">
            <a:avLst>
              <a:gd name="adj" fmla="val 1125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5360" y="5730240"/>
            <a:ext cx="609600" cy="609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5669280"/>
            <a:ext cx="95097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harbors stayed — but what they carry changed.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6827520"/>
            <a:ext cx="1109472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6918960"/>
            <a:ext cx="1072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7174992"/>
            <a:ext cx="1072896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 about these harbors? What changed?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the harbors are still important today?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Label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Northeast Region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316480"/>
            <a:ext cx="5486400" cy="1950720"/>
          </a:xfrm>
          <a:prstGeom prst="roundRect">
            <a:avLst>
              <a:gd name="adj" fmla="val 5625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5360" y="2621280"/>
            <a:ext cx="609600" cy="609600"/>
          </a:xfrm>
          <a:prstGeom prst="ellipse">
            <a:avLst/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49936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Coastline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048000"/>
            <a:ext cx="4023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shores and natural harbors line the eastern edge, shaping the region's identity.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2316480"/>
            <a:ext cx="5486400" cy="1950720"/>
          </a:xfrm>
          <a:prstGeom prst="roundRect">
            <a:avLst>
              <a:gd name="adj" fmla="val 5625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27520" y="2621280"/>
            <a:ext cx="609600" cy="609600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49936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Mountains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0" y="3048000"/>
            <a:ext cx="4023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mountain range in the US runs along the western edge of the region.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511040"/>
            <a:ext cx="5486400" cy="1950720"/>
          </a:xfrm>
          <a:prstGeom prst="roundRect">
            <a:avLst>
              <a:gd name="adj" fmla="val 5625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75360" y="4815840"/>
            <a:ext cx="609600" cy="609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469392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Seasons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5242560"/>
            <a:ext cx="4023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snowy winters, warm summers, and famous fall foliage mark the NE climate.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4511040"/>
            <a:ext cx="5486400" cy="1950720"/>
          </a:xfrm>
          <a:prstGeom prst="roundRect">
            <a:avLst>
              <a:gd name="adj" fmla="val 562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27520" y="4815840"/>
            <a:ext cx="609600" cy="609600"/>
          </a:xfrm>
          <a:prstGeom prst="ellipse">
            <a:avLst/>
          </a:prstGeom>
          <a:solidFill>
            <a:srgbClr val="8B6FC0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469392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American Cities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0" y="5242560"/>
            <a:ext cx="4023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Boston, NYC, Philadelphia, and Baltimore grew near harbors for trade and shipping.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827520"/>
            <a:ext cx="11094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Northeast is where America's oldest cities, busiest harbors, and most famous coastline come together.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19200"/>
            <a:ext cx="11094720" cy="1645920"/>
          </a:xfrm>
          <a:prstGeom prst="roundRect">
            <a:avLst>
              <a:gd name="adj" fmla="val 6667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280160"/>
            <a:ext cx="1036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Where is the Northeast region on a map?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70688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Lower-left corner near the Pacific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Upper-right corner along the Atlantic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05600" y="170688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Center of the country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11094720" cy="1645920"/>
          </a:xfrm>
          <a:prstGeom prst="roundRect">
            <a:avLst>
              <a:gd name="adj" fmla="val 6667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169920"/>
            <a:ext cx="1036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mountain range runs along the western edge of the Northeast?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59664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Rocky Mountains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05600" y="359664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Sierra Nevada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390144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Appalachian Mountains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998720"/>
            <a:ext cx="11094720" cy="1645920"/>
          </a:xfrm>
          <a:prstGeom prst="roundRect">
            <a:avLst>
              <a:gd name="adj" fmla="val 6667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5059680"/>
            <a:ext cx="1036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resource was Pennsylvania historically known for?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548640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Gold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05600" y="548640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579120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69494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shown in teal.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1094720" cy="1706880"/>
          </a:xfrm>
          <a:prstGeom prst="roundRect">
            <a:avLst>
              <a:gd name="adj" fmla="val 6429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15824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499616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Northeast region's location and one important land or water feature. Use map evidence in your answer.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48256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"The Northeast region is located ____. One important land/water feature is ____ because ____."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87040"/>
            <a:ext cx="11094720" cy="1706880"/>
          </a:xfrm>
          <a:prstGeom prst="roundRect">
            <a:avLst>
              <a:gd name="adj" fmla="val 6429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04800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89376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so many of the oldest cities in the United States grow up in the Northeast? Use evidence from the lesson to explain.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938016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"Many old cities grew in the Northeast because ____. For example, ____."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876800"/>
            <a:ext cx="11094720" cy="219456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493776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5340096"/>
            <a:ext cx="1036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Curator's Notebook map, label the Northeast region and mark at least 2 states, 1 body of water, and 1 land feature. Then write one sentence explaining what makes the Northeast distinct.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Curator's Chronicle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what you learned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8534400" cy="3413760"/>
          </a:xfrm>
          <a:prstGeom prst="roundRect">
            <a:avLst>
              <a:gd name="adj" fmla="val 3214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38400" y="2682240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this exhibit, I learned that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0" y="3413760"/>
            <a:ext cx="487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438400" y="4023360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4632960"/>
            <a:ext cx="487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______."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828800" y="6096000"/>
            <a:ext cx="8534400" cy="1219200"/>
          </a:xfrm>
          <a:prstGeom prst="roundRect">
            <a:avLst>
              <a:gd name="adj" fmla="val 9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6150864"/>
            <a:ext cx="826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6352032"/>
            <a:ext cx="826008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"Take a moment to complete this sentence in your notebook."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was the most interesting thing you discovered about the Northeast?"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1463040"/>
            <a:ext cx="102412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Northeast Alcove: Open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975360" y="3048000"/>
            <a:ext cx="10241280" cy="2194560"/>
          </a:xfrm>
          <a:prstGeom prst="roundRect">
            <a:avLst>
              <a:gd name="adj" fmla="val 5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41120" y="3169920"/>
            <a:ext cx="950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Explored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41120" y="3718560"/>
            <a:ext cx="95097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states along the Atlantic coast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Mountains, harbors, and rivers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seasons, fishing, maple syrup, and coal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oldest cities built near natural harbors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75360" y="5608320"/>
            <a:ext cx="10241280" cy="1463040"/>
          </a:xfrm>
          <a:prstGeom prst="roundRect">
            <a:avLst>
              <a:gd name="adj" fmla="val 7500"/>
            </a:avLst>
          </a:prstGeom>
          <a:solidFill>
            <a:srgbClr val="1A3A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341120" y="573024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41120" y="6217920"/>
            <a:ext cx="950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crate is on its way: "GULF &amp; ATLANTIC" — the Southeast region awaits.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5360" y="755904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2026-07-11T18:55:35Z</dcterms:created>
  <dcterms:modified xsi:type="dcterms:W3CDTF">2026-07-11T18:55:35Z</dcterms:modified>
</cp:coreProperties>
</file>