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Aerial photo of Midwest -- golden wheat field, Great Lakes shore, farmland quilt pattern from above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Museum alcove with wooden crate labeled GREAT LAKES &amp; PLAINS, dried corn, wheat flour bag, farmland photo, small ship modelHook: NE and SE alcoves are done. Director walks to next empty space -- Midwest. New crate GREAT LAKES &amp; PLAINS. Midwest is sometimes unfairly called flyover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Golden wheat field at sunrise, warm light, peaceful Midwest landscapeVirtue: Courtesy -- Midwest is flyover country to some, but it grows much of the food Americans eat. Study every region with genuine curiosity.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Midwest is in the middle of the country. 12 states: OH, MI, IN, IL, WI, MN, IA, MO, ND, SD, NE, 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Interior Plains = flat, wide land. Rolling in places. Great Plains farther west. Rich dark soil perfect for farming.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Lakes: Superior, Michigan, Huron, Erie, Ontario = 21% of world's surface fresh water. Mississippi and Missouri Rivers are major waterways.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Climate: dramatic seasons, harsh cold winters, hot summers, spring tornadoes. Resources: Breadbasket of America -- corn, soybeans, wheat. Iowa/Illinois grow more corn than most countries. Also auto manufacturing (MI), steel,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Cause: Rich prairie soil. Choice: Settlers plowed and planted. Consequence: Became main food-growing region -- Breadbasket of America.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Chicago: largest Midwest city, transportation hub on Lake Michigan. Detroit: auto industry capital, Motor City. Steel, shipping via Great Lakes.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Quest Match: 5 clues matched to 5 answers. Students match features to their names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Fact: Great Lakes hold 21% of world's surface fresh water. If drained, they'd cover continental US in 9.5 feet of water!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Study: Students analyze a photo of the Midwest. What looks different from NE or 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Table: Students pick one crate item (corn, wheat flour, farmland photo, ship model) and explain what it tells about the Midwest.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&amp; Now: Oregon Trail through endless grasslands vs. GPS tractors, drones, satellite maps on millions of acres.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Label: Wide flat heartland, rich soil, Great Lakes, Mississippi. Opti Connection: regions connect through shared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Self-Check: 1-B (Breadbasket grows corn, soybeans, wheat), 2-A (five large freshwater lakes), 3-B (flat land and rich dark soil).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Analysis: Student claim has wrong geography (mountains instead of plains) and wrong climate (warm winters instead of harsh cold).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Assignment: 2 evidence questions + Curator Task. EQ1: Describe Midwest location and land. EQ2: Compare Midwest to NE or SE. Curator Task: Label map with Great Lakes, Mississippi River, 2 states, write about Heartland.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Curator's Chronicle: In this exhibit, I learned that ______ because ______. Students fill in both blanks with lesson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Midwest alcove display complete -- golden wheat, Great Lakes, farmland -- with a teaser crate labeled DESERT &amp; CANYON for the SouthwestClosing: Midwest alcove complete. Teaser for next lesson -- Southwest. New crate: DESERT &amp; CANYON.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Midwest Region Study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  |  Week 20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4206240"/>
            <a:ext cx="26517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SS.3.G.2.2 | SS.3.G.2.3 | SS.3.G.2.5 | SS.3.G.2.6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SS.3.G.4.1 | SS.3.G.4.4 | SS.3.AA.1.1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Social Studies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3296" y="85344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463296" y="8534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584960"/>
            <a:ext cx="10363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land, water, climate, and resources make the Midwest its own region -- and why is it called the Heartland?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3296" y="3048000"/>
            <a:ext cx="7071360" cy="2316480"/>
          </a:xfrm>
          <a:prstGeom prst="roundRect">
            <a:avLst>
              <a:gd name="adj" fmla="val 473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456" y="3102864"/>
            <a:ext cx="679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0456" y="3304032"/>
            <a:ext cx="6797040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new crate just arrived, labeled GREAT LAKES &amp; PLAINS. Inside: dried corn, wheat flour, a farmland photo, and a Great Lakes ship model."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 people call this region flyover country. But it grows much of the food Americans eat. Let us give it a careful look."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24800" y="3048000"/>
            <a:ext cx="3901440" cy="2316480"/>
          </a:xfrm>
          <a:prstGeom prst="roundRect">
            <a:avLst>
              <a:gd name="adj" fmla="val 473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7924800" y="304800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07680" y="3413760"/>
            <a:ext cx="3535680" cy="185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museum crate with Midwest artifacts: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corn, wheat flour bag, farmland photo, ship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3296" y="85344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1A8A7D"/>
          </a:solidFill>
          <a:ln/>
        </p:spPr>
      </p:sp>
      <p:sp>
        <p:nvSpPr>
          <p:cNvPr id="8" name="Text 5"/>
          <p:cNvSpPr/>
          <p:nvPr/>
        </p:nvSpPr>
        <p:spPr>
          <a:xfrm>
            <a:off x="463296" y="8534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Courtesy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207264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 --&gt;  NAME  --&gt;  NARRATE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682240"/>
            <a:ext cx="8534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is called flyover country by some, but it grows much of the food Americans eat. Every region deserves genuine curiosity.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study the Midwest. The people, land, and traditions here matter. We describe them with respect.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Today: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courteous museum curator -- study every region with genuine curiosity.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Midwest?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339840" y="158496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39840" y="158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22720" y="195072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Midwest region highlighted in gold/amber,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states labeled, Great Lakes visible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296" y="1584960"/>
            <a:ext cx="5486400" cy="1584960"/>
          </a:xfrm>
          <a:prstGeom prst="roundRect">
            <a:avLst>
              <a:gd name="adj" fmla="val 692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Region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560" y="21336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the country -- the true center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states in the region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Bordered by the Great Lakes to the north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" y="34137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0560" y="35356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Midwest States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0560" y="39624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 |  Michigan  |  Indiana  |  Illinois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 |  Minnesota  |  Iowa  |  Missouri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Dakota  |  South Dakota  |  Nebraska  |  Kansas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296" y="5486400"/>
            <a:ext cx="1121664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176" y="557784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6176" y="5833872"/>
            <a:ext cx="108508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find the Midwest on the map?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people call this the center of the country?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states can you count?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34B76F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Land: Plains and Prairies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705600" y="1584960"/>
            <a:ext cx="5120640" cy="3048000"/>
          </a:xfrm>
          <a:prstGeom prst="roundRect">
            <a:avLst>
              <a:gd name="adj" fmla="val 36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705600" y="158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88480" y="1950720"/>
            <a:ext cx="4754880" cy="259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flat prairie landscape, golden grasses,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hills, big sky, farmland quilt pattern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296" y="1584960"/>
            <a:ext cx="5852160" cy="3048000"/>
          </a:xfrm>
          <a:prstGeom prst="roundRect">
            <a:avLst>
              <a:gd name="adj" fmla="val 36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" y="170688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Plains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560" y="2194560"/>
            <a:ext cx="536448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wide land stretching for hundreds of miles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hills in some areas -- not perfectly flat everywhere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Plains farther west -- even flatter and drier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dark soil -- perfect for farming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different from the mountains and forests of the Northeast or the swamps of the Southeast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600" y="4876800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 prairie comes from the French word for meadow. Early explorers saw a sea of grass stretching to the horizon!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296" y="5486400"/>
            <a:ext cx="1121664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176" y="557784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6176" y="5833872"/>
            <a:ext cx="108508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land different from the Northeast mountains or Southeast swamps?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flat land and rich soil be good for farming?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34B76F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of the Midwest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705600" y="1584960"/>
            <a:ext cx="5120640" cy="2438400"/>
          </a:xfrm>
          <a:prstGeom prst="roundRect">
            <a:avLst>
              <a:gd name="adj" fmla="val 45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705600" y="158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88480" y="1950720"/>
            <a:ext cx="4754880" cy="198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view of Great Lakes from space or shore,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vast blue water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296" y="1584960"/>
            <a:ext cx="5852160" cy="2438400"/>
          </a:xfrm>
          <a:prstGeom prst="roundRect">
            <a:avLst>
              <a:gd name="adj" fmla="val 45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" y="170688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Lakes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560" y="2194560"/>
            <a:ext cx="536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enormous freshwater lakes on the northern edge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Superior, Michigan, Huron, Erie, Ontario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21% of the world's surface fresh water!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big they look like inland seas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" y="4267200"/>
            <a:ext cx="11216640" cy="975360"/>
          </a:xfrm>
          <a:prstGeom prst="roundRect">
            <a:avLst>
              <a:gd name="adj" fmla="val 1125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0560" y="43891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Rivers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0560" y="475488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 River -- flows south through the middle of the country to the Gulf of Mexico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River -- a major tributary that joins the Mississippi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296" y="5486400"/>
            <a:ext cx="1121664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176" y="557784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6176" y="5833872"/>
            <a:ext cx="108508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having 21% of the world's fresh water be a big deal?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the Great Lakes and rivers help people who live here?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34B76F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and Resources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63296" y="1584960"/>
            <a:ext cx="5486400" cy="2438400"/>
          </a:xfrm>
          <a:prstGeom prst="roundRect">
            <a:avLst>
              <a:gd name="adj" fmla="val 45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56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Seasons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560" y="2194560"/>
            <a:ext cx="499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Harsh, cold, snowy winters in the north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humid summers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Tornadoes in spring -- flat land and warm air create powerful storms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very distinct seasons -- you feel every one!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9840" y="1584960"/>
            <a:ext cx="5486400" cy="2438400"/>
          </a:xfrm>
          <a:prstGeom prst="roundRect">
            <a:avLst>
              <a:gd name="adj" fmla="val 45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272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Breadbasket of America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2720" y="2194560"/>
            <a:ext cx="499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-- Iowa and Illinois grow more than most countries!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Soybeans -- used in food, animal feed, and fuel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-- bread, cereal, pasta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manufacturing in Michigan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production and Great Lakes shipping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" y="4267200"/>
            <a:ext cx="5486400" cy="1036320"/>
          </a:xfrm>
          <a:prstGeom prst="roundRect">
            <a:avLst>
              <a:gd name="adj" fmla="val 1058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3296" y="426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176" y="4632960"/>
            <a:ext cx="512064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image: snowy Midwest winter scene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golden summer cornfield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9840" y="4267200"/>
            <a:ext cx="5486400" cy="1036320"/>
          </a:xfrm>
          <a:prstGeom prst="roundRect">
            <a:avLst>
              <a:gd name="adj" fmla="val 1058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39840" y="426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22720" y="4632960"/>
            <a:ext cx="512064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harvester in massive cornfield,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light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8B6FC0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Cause, Choice, Consequence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63296" y="1584960"/>
            <a:ext cx="3474720" cy="2682240"/>
          </a:xfrm>
          <a:prstGeom prst="roundRect">
            <a:avLst>
              <a:gd name="adj" fmla="val 4091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176" y="1706880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176" y="2194560"/>
            <a:ext cx="3108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prairie soil -- deep, dark, and fertile from thousands of years of grass roots decomposing.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8160" y="1584960"/>
            <a:ext cx="3474720" cy="2682240"/>
          </a:xfrm>
          <a:prstGeom prst="roundRect">
            <a:avLst>
              <a:gd name="adj" fmla="val 409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1040" y="1706880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1040" y="2194560"/>
            <a:ext cx="3108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Settlers plowed the prairie and planted crops on the vast, flat land.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93024" y="1584960"/>
            <a:ext cx="3474720" cy="2682240"/>
          </a:xfrm>
          <a:prstGeom prst="roundRect">
            <a:avLst>
              <a:gd name="adj" fmla="val 4091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75904" y="1706880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75904" y="2194560"/>
            <a:ext cx="3108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became the main food-growing region of the United States -- the Breadbasket of America.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62400" y="2438400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827264" y="2438400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3296" y="4511040"/>
            <a:ext cx="11216640" cy="1280160"/>
          </a:xfrm>
          <a:prstGeom prst="roundRect">
            <a:avLst>
              <a:gd name="adj" fmla="val 10714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6176" y="460248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6176" y="4858512"/>
            <a:ext cx="1085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happened if the soil had been rocky instead of rich?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Midwest be the Breadbasket if it had mountains instead of plains?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cause-choice-consequence chain connect to your own meals?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34B76F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and Industry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63296" y="1584960"/>
            <a:ext cx="5486400" cy="2682240"/>
          </a:xfrm>
          <a:prstGeom prst="roundRect">
            <a:avLst>
              <a:gd name="adj" fmla="val 4091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56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Chicago, Illinois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560" y="2194560"/>
            <a:ext cx="49987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city in the Midwest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transportation hub -- railroads, highways, airports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on Lake Michigan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farm products are shipped across the country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9840" y="1584960"/>
            <a:ext cx="5486400" cy="2682240"/>
          </a:xfrm>
          <a:prstGeom prst="roundRect">
            <a:avLst>
              <a:gd name="adj" fmla="val 4091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2720" y="170688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Detroit, Michigan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2720" y="2194560"/>
            <a:ext cx="49987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industry capital -- the Motor City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Ford, GM, and Chrysler started here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mills and factories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Lakes shipping moves goods worldwide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" y="4511040"/>
            <a:ext cx="5486400" cy="1219200"/>
          </a:xfrm>
          <a:prstGeom prst="roundRect">
            <a:avLst>
              <a:gd name="adj" fmla="val 9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3296" y="4511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176" y="4876800"/>
            <a:ext cx="512064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skyline from Lake Michigan,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skyscrapers and waterfront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9840" y="4511040"/>
            <a:ext cx="5486400" cy="1219200"/>
          </a:xfrm>
          <a:prstGeom prst="roundRect">
            <a:avLst>
              <a:gd name="adj" fmla="val 9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39840" y="4511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22720" y="4876800"/>
            <a:ext cx="512064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 auto factory or classic car,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City vibe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Midwest Feature Match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705600" y="15849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705600" y="158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88480" y="19507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outline map of Midwest region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state borders but no labels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296" y="1584960"/>
            <a:ext cx="5852160" cy="3657600"/>
          </a:xfrm>
          <a:prstGeom prst="roundRect">
            <a:avLst>
              <a:gd name="adj" fmla="val 30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560" y="170688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Clue to the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0560" y="2194560"/>
            <a:ext cx="536448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Five enormous freshwater lakes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--&gt; The Great Lakes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Crop the Midwest is most famous for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--&gt; Corn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Major river flowing south through the middle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--&gt; Mississippi River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Flat, wide plains making farming easy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--&gt; Interior Plains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Largest Midwest city, transportation hub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--&gt; Chicago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55C8E8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Amazing Great Lakes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11216640" cy="1950720"/>
          </a:xfrm>
          <a:prstGeom prst="roundRect">
            <a:avLst>
              <a:gd name="adj" fmla="val 5625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440" y="1706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53440" y="268224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fresh water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3760" y="182880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Lakes hold 21% of the world's surface fresh water. If they were drained, the water would cover the entire continental United States in 9.5 feet of water!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2682240"/>
            <a:ext cx="792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means every single acre of land in the lower 48 states would be almost 10 feet underwater. That is how much fresh water sits right here in the Midwest!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" y="3779520"/>
            <a:ext cx="11216640" cy="1584960"/>
          </a:xfrm>
          <a:prstGeom prst="roundRect">
            <a:avLst>
              <a:gd name="adj" fmla="val 692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3296" y="37795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176" y="4145280"/>
            <a:ext cx="10850880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or satellite view of all five Great Lakes,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their enormous size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3296" y="5547360"/>
            <a:ext cx="1121664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176" y="563880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6176" y="5894832"/>
            <a:ext cx="108508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fresh water so important -- what is the difference between fresh water and ocean water?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Great Lakes hold this much water, why do you think people should protect them?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8B6FC0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This Photo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6096000" cy="3413760"/>
          </a:xfrm>
          <a:prstGeom prst="roundRect">
            <a:avLst>
              <a:gd name="adj" fmla="val 3214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63296" y="158496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6176" y="1950720"/>
            <a:ext cx="5730240" cy="295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or modern photo of Midwest scene --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farmland, Great Lakes shore, Chicago skyline, or prairie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584960"/>
            <a:ext cx="4876800" cy="3413760"/>
          </a:xfrm>
          <a:prstGeom prst="roundRect">
            <a:avLst>
              <a:gd name="adj" fmla="val 32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70688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194560"/>
            <a:ext cx="451104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photo?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looks different from the Northeast or Southeast?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clues tell you this is the Midwest?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does this photo raise for you?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5242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observations in the chat.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Crate Item to Study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5242560" cy="1584960"/>
          </a:xfrm>
          <a:prstGeom prst="roundRect">
            <a:avLst>
              <a:gd name="adj" fmla="val 6923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176" y="170688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Corn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176" y="2133600"/>
            <a:ext cx="48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and Illinois grow more corn than most countries. Corn feeds people, animals, and even fuels cars.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584960"/>
            <a:ext cx="5242560" cy="1584960"/>
          </a:xfrm>
          <a:prstGeom prst="roundRect">
            <a:avLst>
              <a:gd name="adj" fmla="val 6923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8880" y="170688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Flour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8880" y="2133600"/>
            <a:ext cx="48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from the Great Plains becomes bread, cereal, and pasta. The Midwest's flat land and rich soil make it possible.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296" y="3474720"/>
            <a:ext cx="5242560" cy="1584960"/>
          </a:xfrm>
          <a:prstGeom prst="roundRect">
            <a:avLst>
              <a:gd name="adj" fmla="val 6923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176" y="3596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Farmland Photo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176" y="4023360"/>
            <a:ext cx="48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photos show a quilt pattern of fields stretching to the horizon. Each square is a different crop.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0" y="3474720"/>
            <a:ext cx="5242560" cy="1584960"/>
          </a:xfrm>
          <a:prstGeom prst="roundRect">
            <a:avLst>
              <a:gd name="adj" fmla="val 692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8880" y="3596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8880" y="4023360"/>
            <a:ext cx="48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Lakes ships carry iron ore, coal, and grain. Chicago became a giant hub because of lake and rail connections.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5242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one artifact. What does it tell you about the Midwest?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&amp;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B6FC0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&amp; 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the Midwest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5242560" cy="3413760"/>
          </a:xfrm>
          <a:prstGeom prst="roundRect">
            <a:avLst>
              <a:gd name="adj" fmla="val 3214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560" y="170688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011680"/>
            <a:ext cx="4815840" cy="1219200"/>
          </a:xfrm>
          <a:prstGeom prst="roundRect">
            <a:avLst>
              <a:gd name="adj" fmla="val 9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7056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3440" y="2377440"/>
            <a:ext cx="44500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Oregon Trail wagon train crossing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grasslands, prairie schooners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0560" y="3474720"/>
            <a:ext cx="4815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Pioneers traveled the Oregon Trail through endless grasslands. Farming was done by hand or with horse-drawn plows. It took families months to cross the prairies.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0" y="1584960"/>
            <a:ext cx="5242560" cy="3413760"/>
          </a:xfrm>
          <a:prstGeom prst="roundRect">
            <a:avLst>
              <a:gd name="adj" fmla="val 3214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8880" y="170688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8880" y="2011680"/>
            <a:ext cx="4815840" cy="1219200"/>
          </a:xfrm>
          <a:prstGeom prst="roundRect">
            <a:avLst>
              <a:gd name="adj" fmla="val 9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7888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61760" y="2377440"/>
            <a:ext cx="44500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GPS-guided tractor or drone flying 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cornfield, satellite farming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8880" y="3474720"/>
            <a:ext cx="48158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tractors, drones, and satellite maps help farmers manage millions of acres. One modern combine can harvest more in a day than a pioneer family could in a season.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3296" y="5242560"/>
            <a:ext cx="11216640" cy="1280160"/>
          </a:xfrm>
          <a:prstGeom prst="roundRect">
            <a:avLst>
              <a:gd name="adj" fmla="val 10714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6176" y="533400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176" y="5590032"/>
            <a:ext cx="1085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 about farming in the Midwest?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 Why do you think it changed?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 Midwest feed as many people without modern technology?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3296" y="670560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8B6FC0"/>
          </a:solidFill>
          <a:ln/>
        </p:spPr>
      </p:sp>
      <p:sp>
        <p:nvSpPr>
          <p:cNvPr id="7" name="Text 5"/>
          <p:cNvSpPr/>
          <p:nvPr/>
        </p:nvSpPr>
        <p:spPr>
          <a:xfrm>
            <a:off x="463296" y="67056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63296" y="1584960"/>
            <a:ext cx="7315200" cy="3413760"/>
          </a:xfrm>
          <a:prstGeom prst="roundRect">
            <a:avLst>
              <a:gd name="adj" fmla="val 3214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560" y="1706880"/>
            <a:ext cx="6949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Label: The Midwest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560" y="2194560"/>
            <a:ext cx="694944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sits in the center of the United States -- a wide, flat heartland of rolling plains and rich dark soil.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Great Lakes line the northern edge, holding 21% of the world's surface fresh water. The Mississippi and Missouri Rivers flow through the region.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seasons bring snowy winters, hot summers, and spring tornadoes.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prairie soil made the Midwest the Breadbasket of America -- corn, soybeans, and wheat feed the nation.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is the region's transportation hub, and Detroit is the Motor City.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68640" y="1584960"/>
            <a:ext cx="3657600" cy="3413760"/>
          </a:xfrm>
          <a:prstGeom prst="roundRect">
            <a:avLst>
              <a:gd name="adj" fmla="val 32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1520" y="1706880"/>
            <a:ext cx="3291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 Connection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1520" y="2194560"/>
            <a:ext cx="329184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Lakes touch the Midwest AND the Northeast. The Mississippi River flows from the Midwest through the Southeast to the Gulf.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connected -- by land, water, and the people who move between them.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636B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24000"/>
            <a:ext cx="11216640" cy="1219200"/>
          </a:xfrm>
          <a:prstGeom prst="roundRect">
            <a:avLst>
              <a:gd name="adj" fmla="val 90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560" y="1621536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the Midwest called the "Breadbasket of America"?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3440" y="1987296"/>
            <a:ext cx="1036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has the most bakeries in the country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grows enormous amounts of corn, soybeans, and wheat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was the first region to have grocery stores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3296" y="2926080"/>
            <a:ext cx="11216640" cy="1219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560" y="3023616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are the Great Lakes?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3440" y="3389376"/>
            <a:ext cx="1036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Five large freshwater lakes on the northern edge of the Midwest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Five small ponds in Michigan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Saltwater lakes near the Gulf of Mexico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296" y="4328160"/>
            <a:ext cx="11216640" cy="1219200"/>
          </a:xfrm>
          <a:prstGeom prst="roundRect">
            <a:avLst>
              <a:gd name="adj" fmla="val 90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0560" y="4425696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makes Midwest land good for farming?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3440" y="4791456"/>
            <a:ext cx="1036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Mountains block the wind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Flat land and rich, dark soil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Heavy rain all year round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58521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1-B, 2-A, 3-B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8636B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Mistake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11216640" cy="975360"/>
          </a:xfrm>
          <a:prstGeom prst="roundRect">
            <a:avLst>
              <a:gd name="adj" fmla="val 11250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560" y="164592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CLAIM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0560" y="195072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Midwest is mostly mountains with very little farmland, and it has warm winters with no snow."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3296" y="2804160"/>
            <a:ext cx="11216640" cy="2438400"/>
          </a:xfrm>
          <a:prstGeom prst="roundRect">
            <a:avLst>
              <a:gd name="adj" fmla="val 45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560" y="286512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0560" y="3230880"/>
            <a:ext cx="10728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is NOT mostly mountains -- it is flat interior plains with rich soil, perfect for farming.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 is the Breadbasket of America, with enormous amounts of farmland -- not very little.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Midwest states have harsh, cold, snowy winters -- not warm winters.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brings tornadoes because flat land and warm air collide with cold air.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296" y="5486400"/>
            <a:ext cx="11216640" cy="1036320"/>
          </a:xfrm>
          <a:prstGeom prst="roundRect">
            <a:avLst>
              <a:gd name="adj" fmla="val 1323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176" y="5577840"/>
            <a:ext cx="1085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6176" y="5833872"/>
            <a:ext cx="108508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someone make this mistake if they have never visited the Midwest?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use evidence from today's lesson to correct this claim?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What You Know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24000"/>
            <a:ext cx="11216640" cy="1402080"/>
          </a:xfrm>
          <a:prstGeom prst="roundRect">
            <a:avLst>
              <a:gd name="adj" fmla="val 7826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9600" y="158496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1584960"/>
            <a:ext cx="1011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Midwest region. Where is it located, and what is the land like?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9200" y="2072640"/>
            <a:ext cx="1011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Starter: "The Midwest region is located ____. The land is ____."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3296" y="3169920"/>
            <a:ext cx="11216640" cy="1402080"/>
          </a:xfrm>
          <a:prstGeom prst="roundRect">
            <a:avLst>
              <a:gd name="adj" fmla="val 7826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9600" y="323088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9200" y="3230880"/>
            <a:ext cx="1011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Midwest different from the Northeast or Southeast? Compare at least ONE feature (land, climate, or resources).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9200" y="3840480"/>
            <a:ext cx="1011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Starter: "The Midwest is different from the ____ because ____. For example, ____."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296" y="4815840"/>
            <a:ext cx="11216640" cy="164592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96640" y="3633216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3596640" y="36332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560" y="51206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Midwest on your map, mark the Great Lakes, the Mississippi River, and at least 2 states. Then write one sentence explaining what makes the Midwest the Heartland.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0560" y="591312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in complete sentences using evidence from today's lesson.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0" y="73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96" y="67056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463296" y="67056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Your Learning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3296" y="1584960"/>
            <a:ext cx="11216640" cy="182880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560" y="1706880"/>
            <a:ext cx="1072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Sentence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60" y="22555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this exhibit, I learned that ______ because ______."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0560" y="292608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both blanks with details from today's lesson.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3296" y="3657600"/>
            <a:ext cx="11216640" cy="1584960"/>
          </a:xfrm>
          <a:prstGeom prst="roundRect">
            <a:avLst>
              <a:gd name="adj" fmla="val 692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0560" y="377952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560" y="4145280"/>
            <a:ext cx="10728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this exhibit, I learned that the Midwest is called the Breadbasket of America because its flat land and rich soil grow enormous amounts of corn, soybeans, and wheat that feed the whole country."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Next...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Southwest Alcove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4754880" y="3017520"/>
            <a:ext cx="2651760" cy="27432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Shape 5"/>
          <p:cNvSpPr/>
          <p:nvPr/>
        </p:nvSpPr>
        <p:spPr>
          <a:xfrm>
            <a:off x="3048000" y="3413760"/>
            <a:ext cx="6339840" cy="21945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85160" y="3468624"/>
            <a:ext cx="60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185160" y="3669792"/>
            <a:ext cx="606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Midwest alcove is open! Great Lakes, prairies, and the Breadbasket of America."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new crate just arrived: DESERT &amp; CANYON. Red rock, a tiny cactus, and a sunset photograph."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story will these artifacts tell?"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next lesson, curators!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2026-07-11T18:48:43Z</dcterms:created>
  <dcterms:modified xsi:type="dcterms:W3CDTF">2026-07-11T18:48:43Z</dcterms:modified>
</cp:coreProperties>
</file>