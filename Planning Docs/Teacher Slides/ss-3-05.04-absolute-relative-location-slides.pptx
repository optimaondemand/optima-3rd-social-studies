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Birds-eye view of a city grid overlaid with latitude/longitude lines and a compass roseTitle slide. IMAGE TO INSERT: City grid with lat/long lines and compass rose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Museum table with scattered clue cards — some with coordinates, some with descriptive phrasesMuseum hook. Two kinds of location clues. Build curiosity. IMAGE TO INSERT: Scattered clue cards on a museum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Curator's Question. Discuss responsibility — wrong directions = wrong place. Thinking move: Sort &gt; Compare &gt;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Discovery: absolute location = exact spot using coordinates or address. Like a street address. Ask Socratic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Discovery: relative location = described by comparing to other places. Like giving directions to a friend.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Absolute = exact coordinates. Relative = compared to other places. Both are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coordinate map. Walk students through the three-question framework. Let them observe the grid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sort activity. Cover the answers. Students sort each clue as absolute or relative. Reveal answers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activity. Every student participates. They give their school's absolute and relative location. Discuss which was easier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both? Absolute = find exact spots. Relative = understand connections. Both are valuable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&amp; Now. People always needed to describe location. GPS changed absolute location, but we still use relative location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definitions. Students copy to Curator's Notebook. Fun fact about the equator.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Virtue: responsibility. Vague directions = irresponsible. Clear directions = responsible. Students discuss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ANALYSIS (required). Show mistakes one at a time. Cover right column. Let students identify the error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Q1. Answer: A. Absolute location = exact spot using coordinates or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Q2 &amp; Q3. Q2: B (comparison = relative). Q3: C (each type helps differently).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Evidence Q1. Model the thinking. Three-part structure: define absolute + example, define relative + example, explain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Evidence Q2. Walk through the logic: the relative clues narrow it down to one continent.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Evidence Q3. When is absolute better? Example: finding a small island in a big ocean, or sending rescue to an exact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Curator Task aloud. Model one example clue. Read Chronicle prompt. Students complete both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Museum scavenger hunt cards neatly sorted into two piles — absolute and relative — celebratoryClosing. Celebrate. Tease next lesson: Word Roots cabinet with words like peninsula. IMAGE TO INSERT: Sorted clue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950720"/>
            <a:ext cx="14305280" cy="2600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and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Location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75360" y="4714240"/>
            <a:ext cx="1430528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3.05.04  |  Week 13  |  Great Map Room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75360" y="5527040"/>
            <a:ext cx="1430528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Grade 3 Social Studies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650240"/>
            <a:ext cx="14305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Scavenger Hunt Clue Cards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625600" y="1950720"/>
            <a:ext cx="13004800" cy="4551680"/>
          </a:xfrm>
          <a:prstGeom prst="roundRect">
            <a:avLst>
              <a:gd name="adj" fmla="val 5357"/>
            </a:avLst>
          </a:prstGeom>
          <a:solidFill>
            <a:srgbClr val="0E1C42">
              <a:alpha val="70000"/>
            </a:srgbClr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13280" y="2275840"/>
            <a:ext cx="1202944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arrives at the World Map Hall addressed to "The Scavenger Hunt Committee." Inside: a stack of location clue cards.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cards say things like </a:t>
            </a:r>
            <a:pPr indent="0" marL="0">
              <a:buNone/>
            </a:pPr>
            <a:r>
              <a:rPr lang="en-US" sz="1400" b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"29°N, 81°W"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others say </a:t>
            </a:r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"south of the Great Lakes, near the Mississippi River."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volunteer looks confused: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"These don't even look like the same kind of directions!"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25600" y="6827520"/>
            <a:ext cx="1300480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today: Sort them 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568960"/>
            <a:ext cx="1430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Question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950720" y="1463040"/>
            <a:ext cx="12354560" cy="1788160"/>
          </a:xfrm>
          <a:prstGeom prst="roundRect">
            <a:avLst>
              <a:gd name="adj" fmla="val 13636"/>
            </a:avLst>
          </a:prstGeom>
          <a:solidFill>
            <a:srgbClr val="0E1C42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38400" y="1625600"/>
            <a:ext cx="1137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difference between absolute and relative location, and when do we need each one?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50720" y="3738880"/>
            <a:ext cx="12354560" cy="2600960"/>
          </a:xfrm>
          <a:prstGeom prst="roundRect">
            <a:avLst>
              <a:gd name="adj" fmla="val 7500"/>
            </a:avLst>
          </a:prstGeom>
          <a:solidFill>
            <a:srgbClr val="0E1C42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8400" y="3901440"/>
            <a:ext cx="11379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 — RESPONSIBILITY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38400" y="4470400"/>
            <a:ext cx="11379200" cy="162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means doing what you're supposed to do. When curators describe a location, they take responsibility for being clear and accurate. A visitor who follows a wrong location clue ends up in the wrong place.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50720" y="6827520"/>
            <a:ext cx="1235456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Move:  Sort → Compare → Explain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13792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Absolute Location?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192000" y="568960"/>
            <a:ext cx="1625600" cy="487680"/>
          </a:xfrm>
          <a:prstGeom prst="rect">
            <a:avLst>
              <a:gd name="adj" fmla="val 26667"/>
            </a:avLst>
          </a:prstGeom>
          <a:solidFill>
            <a:srgbClr val="1A8A7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2800" y="1625600"/>
            <a:ext cx="89408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00480" y="1869440"/>
            <a:ext cx="7965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location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exact spot where something is.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map, this uses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numbers that pinpoint exactly where a place sits on Earth.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street address.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gives you "123 Oak Street," you know </a:t>
            </a:r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to 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41280" y="1625600"/>
            <a:ext cx="5201920" cy="48768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241280" y="1625600"/>
            <a:ext cx="520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85120" y="2113280"/>
            <a:ext cx="4714240" cy="422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or map with latitude/longitude grid lines clearly visible, with a pin at an exact coordinate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800" y="6827520"/>
            <a:ext cx="14630400" cy="1788160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37920" y="6990080"/>
            <a:ext cx="1398016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7920" y="7445248"/>
            <a:ext cx="1398016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school's address? That's its absolute location!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pilot need exact coordinates instead of just 'near the coast'?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coordinates 'absolute' — what does that word mean?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13792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Relative Location?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192000" y="568960"/>
            <a:ext cx="1625600" cy="487680"/>
          </a:xfrm>
          <a:prstGeom prst="rect">
            <a:avLst>
              <a:gd name="adj" fmla="val 26667"/>
            </a:avLst>
          </a:prstGeom>
          <a:solidFill>
            <a:srgbClr val="1A8A7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2800" y="1625600"/>
            <a:ext cx="89408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00480" y="1869440"/>
            <a:ext cx="7965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location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where something is by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it to other places.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exact numbers, you say things like:
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"East of the mountains"
"Between the river and the coast"
"Near the park, across from the library"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giving directions to a friend.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41280" y="1625600"/>
            <a:ext cx="5201920" cy="48768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241280" y="1625600"/>
            <a:ext cx="5201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85120" y="2113280"/>
            <a:ext cx="4714240" cy="422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Cartoon-style map showing landmarks with arrows pointing between them — 'near,' 'south of,' 'between'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800" y="6827520"/>
            <a:ext cx="14630400" cy="1788160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37920" y="6990080"/>
            <a:ext cx="1398016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7920" y="7445248"/>
            <a:ext cx="1398016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tell a friend how to find the cafeteria from your classroom?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exact numbers or did you compare to other places?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this kind of direction be easier to understand?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32512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Say "Where"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004800" y="406400"/>
            <a:ext cx="2438400" cy="487680"/>
          </a:xfrm>
          <a:prstGeom prst="rect">
            <a:avLst>
              <a:gd name="adj" fmla="val 26667"/>
            </a:avLst>
          </a:prstGeom>
          <a:solidFill>
            <a:srgbClr val="D494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2800" y="1463040"/>
            <a:ext cx="6990080" cy="6502400"/>
          </a:xfrm>
          <a:prstGeom prst="roundRect">
            <a:avLst>
              <a:gd name="adj" fmla="val 3000"/>
            </a:avLst>
          </a:prstGeom>
          <a:solidFill>
            <a:srgbClr val="EAF8FD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7920" y="1625600"/>
            <a:ext cx="63398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Location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7920" y="2357120"/>
            <a:ext cx="6339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exact coordinates on a grid.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00480" y="3088640"/>
            <a:ext cx="601472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5600" y="3169920"/>
            <a:ext cx="5364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29°N, 81°W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7920" y="455168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pinpoints one specific spot. Anyone with the same map can find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50720" y="5689600"/>
            <a:ext cx="4714240" cy="1950720"/>
          </a:xfrm>
          <a:prstGeom prst="roundRect">
            <a:avLst>
              <a:gd name="adj" fmla="val 10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950720" y="5689600"/>
            <a:ext cx="4714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6177280"/>
            <a:ext cx="42265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pin at exact coordinates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53120" y="1463040"/>
            <a:ext cx="6990080" cy="6502400"/>
          </a:xfrm>
          <a:prstGeom prst="roundRect">
            <a:avLst>
              <a:gd name="adj" fmla="val 3000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625600"/>
            <a:ext cx="63398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Location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0" y="2357120"/>
            <a:ext cx="6339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where something is compared to other places.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40800" y="3088640"/>
            <a:ext cx="601472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5920" y="3169920"/>
            <a:ext cx="53644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"South of the Great Lakes,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the Mississippi"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455168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numbers needed — just landmarks and directions.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91040" y="5689600"/>
            <a:ext cx="4714240" cy="1950720"/>
          </a:xfrm>
          <a:prstGeom prst="roundRect">
            <a:avLst>
              <a:gd name="adj" fmla="val 10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591040" y="5689600"/>
            <a:ext cx="4714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34880" y="6177280"/>
            <a:ext cx="42265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with labeled landmarks and directional arrows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Study: Map with Latitude &amp; Longitude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1381760"/>
            <a:ext cx="32512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2800" y="2113280"/>
            <a:ext cx="7315200" cy="48768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12800" y="211328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6640" y="2600960"/>
            <a:ext cx="6827520" cy="422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or modern map showing latitude and longitude grid clearly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(source-3-05-04-coordinate-map.jpg)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15680" y="2113280"/>
            <a:ext cx="6827520" cy="4876800"/>
          </a:xfrm>
          <a:prstGeom prst="roundRect">
            <a:avLst>
              <a:gd name="adj" fmla="val 4000"/>
            </a:avLst>
          </a:prstGeom>
          <a:solidFill>
            <a:srgbClr val="0E1C42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40800" y="2275840"/>
            <a:ext cx="617728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LIKE A GEOGRAPHER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40800" y="2763520"/>
            <a:ext cx="617728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see?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lines crossing the map. What numbers appear? What might they mean?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a navigator use these grid lines to find an exact spot?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explorers, pilots, or ship captains need exact coordinates instead of descriptions?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32512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Quest: Sort the Clue Cards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17600" y="406400"/>
            <a:ext cx="1625600" cy="487680"/>
          </a:xfrm>
          <a:prstGeom prst="rect">
            <a:avLst>
              <a:gd name="adj" fmla="val 26667"/>
            </a:avLst>
          </a:prstGeom>
          <a:solidFill>
            <a:srgbClr val="1A8A7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0" y="1219200"/>
            <a:ext cx="14630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clue absolute or relative location?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0720"/>
            <a:ext cx="731520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7920" y="2032000"/>
            <a:ext cx="666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"29°N, 81°W"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53120" y="1950720"/>
            <a:ext cx="6990080" cy="1137920"/>
          </a:xfrm>
          <a:prstGeom prst="roundRect">
            <a:avLst>
              <a:gd name="adj" fmla="val 14286"/>
            </a:avLst>
          </a:prstGeom>
          <a:solidFill>
            <a:srgbClr val="EAF8FD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203200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— exact coordinates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800" y="3332480"/>
            <a:ext cx="731520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7920" y="3413760"/>
            <a:ext cx="666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"South of Europe, across the Mediterranean Sea"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53120" y="3332480"/>
            <a:ext cx="6990080" cy="1137920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341376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compared to Europe and a body of water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800" y="4714240"/>
            <a:ext cx="731520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7920" y="4795520"/>
            <a:ext cx="666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"40°N, 74°W"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3120" y="4714240"/>
            <a:ext cx="6990080" cy="1137920"/>
          </a:xfrm>
          <a:prstGeom prst="roundRect">
            <a:avLst>
              <a:gd name="adj" fmla="val 14286"/>
            </a:avLst>
          </a:prstGeom>
          <a:solidFill>
            <a:srgbClr val="EAF8FD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479552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— coordinates for New York City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800" y="6096000"/>
            <a:ext cx="731520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7920" y="6177280"/>
            <a:ext cx="666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coldest continent at the bottom of the world"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53120" y="6096000"/>
            <a:ext cx="6990080" cy="1137920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617728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uses position and description, no numbers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800" y="7477760"/>
            <a:ext cx="7315200" cy="11379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7920" y="7559040"/>
            <a:ext cx="6664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"Between the Atlantic and Indian Oceans, south of Europe"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53120" y="7477760"/>
            <a:ext cx="6990080" cy="1137920"/>
          </a:xfrm>
          <a:prstGeom prst="roundRect">
            <a:avLst>
              <a:gd name="adj" fmla="val 14286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7559040"/>
            <a:ext cx="63398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Africa, described by what's near 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Describe Your School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004800" y="568960"/>
            <a:ext cx="2438400" cy="487680"/>
          </a:xfrm>
          <a:prstGeom prst="rect">
            <a:avLst>
              <a:gd name="adj" fmla="val 26667"/>
            </a:avLst>
          </a:prstGeom>
          <a:solidFill>
            <a:srgbClr val="D494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2800" y="1625600"/>
            <a:ext cx="6990080" cy="4064000"/>
          </a:xfrm>
          <a:prstGeom prst="roundRect">
            <a:avLst>
              <a:gd name="adj" fmla="val 4800"/>
            </a:avLst>
          </a:prstGeom>
          <a:solidFill>
            <a:srgbClr val="EAF8FD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7920" y="1788160"/>
            <a:ext cx="633984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Location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7920" y="2438400"/>
            <a:ext cx="63398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school's street address?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its absolute location!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7920" y="4064000"/>
            <a:ext cx="633984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school's address in the chat.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53120" y="1625600"/>
            <a:ext cx="6990080" cy="4064000"/>
          </a:xfrm>
          <a:prstGeom prst="roundRect">
            <a:avLst>
              <a:gd name="adj" fmla="val 4800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788160"/>
            <a:ext cx="633984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Location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2438400"/>
            <a:ext cx="63398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describe where your school is compared to something nearby — a park, a store, a road.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4064000"/>
            <a:ext cx="633984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relative location in the chat.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6177280"/>
            <a:ext cx="14630400" cy="2275840"/>
          </a:xfrm>
          <a:prstGeom prst="roundRect">
            <a:avLst>
              <a:gd name="adj" fmla="val 857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640" y="6274816"/>
            <a:ext cx="1414272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6640" y="6632448"/>
            <a:ext cx="1414272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"Type your school's address (absolute location)."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"Now describe where it is compared to a nearby place (relative location)."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one was easier for you? Why?"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Museum Need Both?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6990080" cy="4064000"/>
          </a:xfrm>
          <a:prstGeom prst="roundRect">
            <a:avLst>
              <a:gd name="adj" fmla="val 4800"/>
            </a:avLst>
          </a:prstGeom>
          <a:solidFill>
            <a:srgbClr val="EAF8FD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7920" y="1950720"/>
            <a:ext cx="6339840" cy="162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location helps visitors find exact points on the world map.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00480" y="3738880"/>
            <a:ext cx="6014720" cy="1625600"/>
          </a:xfrm>
          <a:prstGeom prst="roundRect">
            <a:avLst>
              <a:gd name="adj" fmla="val 12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00480" y="3738880"/>
            <a:ext cx="6014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44320" y="4226560"/>
            <a:ext cx="5527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pointing to an exact coordinate on a museum world 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53120" y="1625600"/>
            <a:ext cx="6990080" cy="4064000"/>
          </a:xfrm>
          <a:prstGeom prst="roundRect">
            <a:avLst>
              <a:gd name="adj" fmla="val 4800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950720"/>
            <a:ext cx="6339840" cy="162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location helps visitors understand how places connect to each other.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40800" y="3738880"/>
            <a:ext cx="6014720" cy="1625600"/>
          </a:xfrm>
          <a:prstGeom prst="roundRect">
            <a:avLst>
              <a:gd name="adj" fmla="val 12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940800" y="3738880"/>
            <a:ext cx="6014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84640" y="4226560"/>
            <a:ext cx="5527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reading a panel that says 'between the Atlantic and Pacific'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8400" y="6177280"/>
            <a:ext cx="11379200" cy="162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3520" y="6339840"/>
            <a:ext cx="107289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volunteer picks up a clue: "North of the equator, between the Atlantic and Pacific." He grins: "That's North America! I didn't need coordinates to figure that out."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&amp; Now: Finding Places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7920" y="1788160"/>
            <a:ext cx="63398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7920" y="2357120"/>
            <a:ext cx="633984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described location by what they could see — "three days east of the last island." Explorers used stars and landmarks.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00480" y="4389120"/>
            <a:ext cx="6014720" cy="1788160"/>
          </a:xfrm>
          <a:prstGeom prst="roundRect">
            <a:avLst>
              <a:gd name="adj" fmla="val 10909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00480" y="4389120"/>
            <a:ext cx="6014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44320" y="4876800"/>
            <a:ext cx="5527040" cy="113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on a ship looking at stars to navigate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3120" y="1625600"/>
            <a:ext cx="6990080" cy="4876800"/>
          </a:xfrm>
          <a:prstGeom prst="roundRect">
            <a:avLst>
              <a:gd name="adj" fmla="val 4000"/>
            </a:avLst>
          </a:prstGeom>
          <a:solidFill>
            <a:srgbClr val="EAF8FD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788160"/>
            <a:ext cx="63398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2357120"/>
            <a:ext cx="633984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gives us exact coordinates in seconds. But we still use relative location every day — "turn left at the gas station."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40800" y="4389120"/>
            <a:ext cx="6014720" cy="1788160"/>
          </a:xfrm>
          <a:prstGeom prst="roundRect">
            <a:avLst>
              <a:gd name="adj" fmla="val 10909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940800" y="4389120"/>
            <a:ext cx="6014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84640" y="4876800"/>
            <a:ext cx="5527040" cy="113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 screen on a phone showing coordinates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800" y="6990080"/>
            <a:ext cx="14630400" cy="1463040"/>
          </a:xfrm>
          <a:prstGeom prst="roundRect">
            <a:avLst>
              <a:gd name="adj" fmla="val 1666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37920" y="7152640"/>
            <a:ext cx="1398016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7920" y="7607808"/>
            <a:ext cx="139801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 about the human need to describe where places are?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still use relative location even though we have GPS?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Label: Key Definitions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800" y="1788160"/>
            <a:ext cx="14630400" cy="17881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55C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00480" y="195072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Location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7280" y="195072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spot where something is, using coordinates or an address.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4064000"/>
            <a:ext cx="14630400" cy="17881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0480" y="422656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Location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7280" y="422656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where something is compared to other places — using landmarks and directions.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38400" y="6664960"/>
            <a:ext cx="11379200" cy="1137920"/>
          </a:xfrm>
          <a:prstGeom prst="roundRect">
            <a:avLst>
              <a:gd name="adj" fmla="val 17143"/>
            </a:avLst>
          </a:prstGeom>
          <a:solidFill>
            <a:srgbClr val="EAF8FD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3520" y="6746240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help visitors find and understand locations on a map.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38400" y="8046720"/>
            <a:ext cx="11379200" cy="731520"/>
          </a:xfrm>
          <a:prstGeom prst="roundRect">
            <a:avLst>
              <a:gd name="adj" fmla="val 22222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3520" y="8095488"/>
            <a:ext cx="10728960" cy="617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 says: The equator is at 0° latitude — if you stood on it, you'd have one foot in each hemisphere!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46304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38400" y="2275840"/>
            <a:ext cx="11379200" cy="2926080"/>
          </a:xfrm>
          <a:prstGeom prst="roundRect">
            <a:avLst>
              <a:gd name="adj" fmla="val 8333"/>
            </a:avLst>
          </a:prstGeom>
          <a:solidFill>
            <a:srgbClr val="0E1C42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2438400"/>
            <a:ext cx="1040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curator writes a scavenger hunt clue: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3007360"/>
            <a:ext cx="104038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"Go to the place near some water."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3738880"/>
            <a:ext cx="104038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responsible? Could a visitor actually find the right place?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4470400"/>
            <a:ext cx="1040384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 curator gives clear, specific directions — not vague ones that could send visitors to the wrong spot.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38400" y="5689600"/>
            <a:ext cx="11379200" cy="2438400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2240" y="5787136"/>
            <a:ext cx="1089152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82240" y="6144768"/>
            <a:ext cx="1089152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wrong with 'near some water' as a clue?"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could you make it more responsible and specific?"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"When would absolute location be the most responsible choice?"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Analysis: Find the Mistakes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1381760"/>
            <a:ext cx="14630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mixed up the clue card labels. What's wrong?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113280"/>
            <a:ext cx="7315200" cy="162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7920" y="2275840"/>
            <a:ext cx="66649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"29°N, 81°W" is labeled as RELATIVE location.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53120" y="2113280"/>
            <a:ext cx="6990080" cy="1625600"/>
          </a:xfrm>
          <a:prstGeom prst="roundRect">
            <a:avLst>
              <a:gd name="adj" fmla="val 10000"/>
            </a:avLst>
          </a:prstGeom>
          <a:solidFill>
            <a:srgbClr val="E3F8ED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2275840"/>
            <a:ext cx="63398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are absolute location — they give an exact spot on Earth's grid.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800" y="4226560"/>
            <a:ext cx="7315200" cy="162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7920" y="4389120"/>
            <a:ext cx="66649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"Near the mountains" is labeled as ABSOLUTE location.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3120" y="4226560"/>
            <a:ext cx="6990080" cy="1625600"/>
          </a:xfrm>
          <a:prstGeom prst="roundRect">
            <a:avLst>
              <a:gd name="adj" fmla="val 10000"/>
            </a:avLst>
          </a:prstGeom>
          <a:solidFill>
            <a:srgbClr val="E3F8ED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4389120"/>
            <a:ext cx="63398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to landmarks is relative location — no exact numbers, just descriptions.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800" y="6339840"/>
            <a:ext cx="7315200" cy="162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7920" y="6502400"/>
            <a:ext cx="666496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only need one kind of location on the museum map."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3120" y="6339840"/>
            <a:ext cx="6990080" cy="1625600"/>
          </a:xfrm>
          <a:prstGeom prst="roundRect">
            <a:avLst>
              <a:gd name="adj" fmla="val 10000"/>
            </a:avLst>
          </a:prstGeom>
          <a:solidFill>
            <a:srgbClr val="E3F8ED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6502400"/>
            <a:ext cx="63398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needs both! Absolute gives exact spots; relative shows how places connect.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81280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66400" y="568960"/>
            <a:ext cx="487680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2800" y="1625600"/>
            <a:ext cx="14630400" cy="162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E1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0480" y="1788160"/>
            <a:ext cx="1365504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absolute location?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00480" y="3738880"/>
            <a:ext cx="13655040" cy="1056640"/>
          </a:xfrm>
          <a:prstGeom prst="roundRect">
            <a:avLst>
              <a:gd name="adj" fmla="val 15385"/>
            </a:avLst>
          </a:prstGeom>
          <a:solidFill>
            <a:srgbClr val="E3F8ED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8160" y="3738880"/>
            <a:ext cx="12679680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exact spot where something is, using coordinates or an address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00480" y="5120640"/>
            <a:ext cx="13655040" cy="10566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8160" y="5120640"/>
            <a:ext cx="12679680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description of what a place looks like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00480" y="6502400"/>
            <a:ext cx="13655040" cy="10566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8160" y="6502400"/>
            <a:ext cx="12679680" cy="105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distance between two cities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325120"/>
            <a:ext cx="812800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66400" y="4064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2 &amp;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2800" y="1219200"/>
            <a:ext cx="14630400" cy="3413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0480" y="1381760"/>
            <a:ext cx="136550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Which of these is a relative location?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0480" y="2113280"/>
            <a:ext cx="13655040" cy="227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40°N, 74°W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North of the equator, between two oceans  (Correct!)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123 Main Street, Orlando, FL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958080"/>
            <a:ext cx="14630400" cy="3413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0480" y="5120640"/>
            <a:ext cx="136550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Why does the museum need both kinds of location?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00480" y="5852160"/>
            <a:ext cx="13655040" cy="227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Because absolute location is always better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Because relative location is easier to read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Because one gives exact spots and the other shows how places connect  (Correct!)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Prep: Evidence Question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14630400" cy="1950720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0480" y="1788160"/>
            <a:ext cx="13655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difference between absolute location and relative location in your own words. Give one example of each.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00480" y="2844800"/>
            <a:ext cx="136550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type and give an example.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4064000"/>
            <a:ext cx="14630400" cy="4064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0480" y="4226560"/>
            <a:ext cx="6502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THINKING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00480" y="4714240"/>
            <a:ext cx="13655040" cy="325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"Absolute location is like a GPS coordinate — it tells you exactly where. Relative location is like saying 'near the coast, south of Canada.'"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answer: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absolute location + give an example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relative location + give an example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Say how they are different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Prep: Evidence Question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14630400" cy="211328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0480" y="1788160"/>
            <a:ext cx="13655040" cy="113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the young volunteer not need coordinates to figure out that "north of the equator, between the Atlantic and Pacific" was North America?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00480" y="3007360"/>
            <a:ext cx="136550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the relative location clue told him.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4226560"/>
            <a:ext cx="14630400" cy="3738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0480" y="4389120"/>
            <a:ext cx="6502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PROMPTS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00480" y="4876800"/>
            <a:ext cx="1365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clues did the description give him?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"North of the equator" = Northern Hemisphere
• "Between the Atlantic and Pacific" = only one continent fits!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location can be so specific that it narrows down to one answer — even without coordinates.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Prep: Evidence Question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1625600"/>
            <a:ext cx="14630400" cy="16256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0480" y="1788160"/>
            <a:ext cx="1365504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would a museum visitor need absolute location instead of relative location? Give a reason.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00480" y="2682240"/>
            <a:ext cx="136550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situation where comparing to nearby places isn't enough.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738880"/>
            <a:ext cx="14630400" cy="325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0480" y="3901440"/>
            <a:ext cx="3251200" cy="406400"/>
          </a:xfrm>
          <a:prstGeom prst="rect">
            <a:avLst>
              <a:gd name="adj" fmla="val 32000"/>
            </a:avLst>
          </a:prstGeom>
          <a:solidFill>
            <a:srgbClr val="E863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00480" y="4470400"/>
            <a:ext cx="13655040" cy="227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exact coordinates be better than a description?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museum visitor would need absolute location when ______ because ______."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487680"/>
            <a:ext cx="1463040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Task: Scavenger Hunt Clue 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1544320"/>
            <a:ext cx="14630400" cy="3738880"/>
          </a:xfrm>
          <a:prstGeom prst="roundRect">
            <a:avLst>
              <a:gd name="adj" fmla="val 5217"/>
            </a:avLst>
          </a:prstGeom>
          <a:solidFill>
            <a:srgbClr val="FFF3DC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0480" y="1706880"/>
            <a:ext cx="6502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00480" y="2275840"/>
            <a:ext cx="1365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any continent, ocean, or feature you've learned about so far. Write a scavenger hunt clue that describes its location using relative location — no coordinates allowed! Make it clear enough that a museum visitor could find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0480" y="3820160"/>
            <a:ext cx="1365504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clue that describes where your place is compared to other places.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5689600"/>
            <a:ext cx="14630400" cy="24384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0480" y="5852160"/>
            <a:ext cx="6502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00480" y="6339840"/>
            <a:ext cx="136550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this sentence in your own words: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0480" y="6908800"/>
            <a:ext cx="13655040" cy="65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6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exhibit, I learned that ______ because ______.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680" y="8583168"/>
            <a:ext cx="487680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3.05.04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66400" y="8583168"/>
            <a:ext cx="5201920" cy="35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75360" y="1625600"/>
            <a:ext cx="14305280" cy="130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Work, World Geography Curator!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25600" y="3251200"/>
            <a:ext cx="13004800" cy="113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two ways to describe location and wrote a scavenger hunt clue card for museum visitors.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438400" y="5039360"/>
            <a:ext cx="11379200" cy="2438400"/>
          </a:xfrm>
          <a:prstGeom prst="roundRect">
            <a:avLst>
              <a:gd name="adj" fmla="val 10000"/>
            </a:avLst>
          </a:prstGeom>
          <a:solidFill>
            <a:srgbClr val="0E1C42">
              <a:alpha val="80000"/>
            </a:srgbClr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0" y="5201920"/>
            <a:ext cx="104038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926080" y="5689600"/>
            <a:ext cx="10403840" cy="162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cabinet arrives outside the World Map Hall. A note says: "For the Word Roots Collection." The volunteer picks up a card that says peninsula and squints: "Pen-in-su-la. Is that even English?" Tomorrow you'll crack open the cabinet.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5360" y="7965440"/>
            <a:ext cx="1430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3.05.04  |  Optima Academy Online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2026-07-11T02:52:25Z</dcterms:created>
  <dcterms:modified xsi:type="dcterms:W3CDTF">2026-07-11T02:52:25Z</dcterms:modified>
</cp:coreProperties>
</file>